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Riftbrawl is a produced, team-based Riftbound showcase. We ran the first one in Singapore alongside the Regional Qualifier and want to make it a recurring stop-by-stop event with Riot/UVS or LGS prize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is deliberately compact: four teams, round robin, one evening. It fits into a Friday slot before the main event without competing with the RQ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Riftbrawl Singapore was a mini tournament for top teams attending RQ Singapore. Four teams (DSG, TSS, ASC, CTCG), streamed with co-streams; VODs uploaded roughly five days ago. Per-video view counts should be pulled from YouTube Studio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turnemsideways: 63 hours streamed, 4,212 hours watched, 66 average, 188 peak in the trailing 30 days; ranked #11 most-watched Riftbound channel and #8 English. anzidmtg: 7.9K followers, 65 average viewers, 2,257 peak, 4,535 hours across 796 active days; Twitch Partner who also produced the Riftbound $10K at SCGCON Vegas.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is the preferred path: in-venue, on-schedule, with prize support from organized play. Option B is the fallback with a partner LGS. Best case is both: an official showcase plus a locals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40 Prize Wall tickets, Thursday table space in the hall, hotel, flight voucher, meals, and a Friday showcase slot. Everything else, cameras, desk, overlays, talent, streaming, we bring.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Thursday is a quiet setup day (badge pickup). Friday is the showcase. Saturday and Sunday we co-stream the main event as usual, which is where Riftbrawl replays keep working for the organizer.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realistic windows: RQ Los Angeles (Sept 25–27, LACC West Hall A) and the NA Regional Championship at Convergence Fest, Las Vegas (Dec 11–13). Close with the five-item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6400800" cy="6400800"/>
          </a:xfrm>
          <a:prstGeom prst="ellipse">
            <a:avLst/>
          </a:prstGeom>
          <a:solidFill>
            <a:srgbClr val="16264A">
              <a:alpha val="65000"/>
            </a:srgbClr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291840"/>
            <a:ext cx="4206240" cy="4206240"/>
          </a:xfrm>
          <a:prstGeom prst="ellipse">
            <a:avLst/>
          </a:prstGeom>
          <a:solidFill>
            <a:srgbClr val="1B2E56">
              <a:alpha val="55000"/>
            </a:srgbClr>
          </a:solidFill>
          <a:ln w="12700">
            <a:solidFill>
              <a:srgbClr val="1B2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2011680"/>
            <a:ext cx="0" cy="2834640"/>
          </a:xfrm>
          <a:prstGeom prst="line">
            <a:avLst/>
          </a:prstGeom>
          <a:noFill/>
          <a:ln w="19050">
            <a:solidFill>
              <a:srgbClr val="0AC8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3429000"/>
            <a:ext cx="2834640" cy="0"/>
          </a:xfrm>
          <a:prstGeom prst="line">
            <a:avLst/>
          </a:prstGeom>
          <a:noFill/>
          <a:ln w="19050">
            <a:solidFill>
              <a:srgbClr val="0AC8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926080"/>
            <a:ext cx="1005840" cy="100584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315468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38260" y="1485900"/>
            <a:ext cx="1051560" cy="105156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C8AA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38260" y="14859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9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355580" y="2903220"/>
            <a:ext cx="1051560" cy="105156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C8AA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355580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9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938260" y="4320540"/>
            <a:ext cx="1051560" cy="105156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C8AA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38260" y="43205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</a:t>
            </a:r>
            <a:endParaRPr lang="en-US" sz="9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20940" y="2903220"/>
            <a:ext cx="1051560" cy="105156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C8AA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20940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</a:t>
            </a:r>
            <a:endParaRPr lang="en-US" sz="9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players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1234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TURN'EM SIDEWAYS  ×  ANZIDMTG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16459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RIFTBRAWL</a:t>
            </a:r>
            <a:endParaRPr lang="en-US" sz="8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brawl showcase for Riftbound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566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3v3v3v3 round robin  ·  12–16 invited players  ·  live with commentary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394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prize-support proposal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Riftbrawl?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team-format invitational built for broadcast, not a Swiss grind.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423" y="19648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teams of three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1305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invited players in a 3v3v3v3 team brawl. Room to flex to 16 with an alternate per team.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880360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23" y="301642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834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robin, every team plays every team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1821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high-stakes rounds keep the desk busy and the bracket easy to follow on stream.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931920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3" y="40679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886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showcase with commentary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2336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Camera-ready table, a two-person desk, overlays and player intros. Built to be watched.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983480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23" y="511954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937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on two channels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2852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twitch.tv/turnemsideways and twitch.tv/anzidmtg, with VOD and highlights on YouTube.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0" y="1783080"/>
            <a:ext cx="4343400" cy="4160520"/>
          </a:xfrm>
          <a:prstGeom prst="roundRect">
            <a:avLst>
              <a:gd name="adj" fmla="val 2637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758952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AT A GLANCE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(4 teams × 3, + alternates)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29900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869680" y="2990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3v3v3v3 team brawl, round robin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589520" y="35570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869680" y="35570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faces every team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41239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869680" y="41239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evening block (Friday)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589520" y="4690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need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869680" y="4690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table + staging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589520" y="5257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Prizing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869680" y="5257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Wall tickets to winning team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ran one: Riftbrawl Singapore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Pro-player invitational showdown, live from RQ Singapore weekend (Sept 4–6, 2026).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DSG · TSS · ASC · CTCG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players on the feature table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3v3v3v3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brawl, round robin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streams: main broadcast + co-streams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WEEKEND AROUND IT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46888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040880" y="24231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Riftbound Regional Qualifier: Singapore, Singapore EXPO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4553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40880" y="30998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2,055 players in the main event, a $25,000 USD prize pool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8221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40880" y="37764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coverage on Riftbound's YouTube and Twitch from 10:00 SGT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9884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44531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Toast, Sydeon, Yvonnie, Brodin and Frodan featured on the viewing stage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17550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51297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Riftbrawl ran as the pre-RQ showcase, with team-vs-team VODs published on YouTube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594360" y="5120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format works on a live stage, the teams showed up, and the VODs are on YouTube now. Next: do it with proper prize support and a Friday slot.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YouTube “RIFTBRAWL: Singapore | A pro player invitational Showdown”, “RiftBrawl Singapore – DSG vs TSS vs ASC vs CTCG”; Liquipedia (RQ Singapore 2026); playriftbound.com “All Eyes on Singapore”.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channels, one broadcast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carry the show live. Numbers below are from public trackers as of early September 2026.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twitch.tv/turnemsideways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Riftbound coverage hub · co-streams every RQ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4,212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watched, last 30 days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concurrent viewers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251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viewers · 63 hrs live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4251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#8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Riftbound channel (#11 overall)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214335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78040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twitch.tv/anzidmtg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178040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Partner · produced the Riftbound $10K at SCGCON Vegas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7.9K</a:t>
            </a:r>
            <a:endParaRPr lang="en-US" sz="400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followers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905256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C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2,257</a:t>
            </a:r>
            <a:endParaRPr lang="en-US" sz="4000" dirty="0"/>
          </a:p>
        </p:txBody>
      </p:sp>
      <p:sp>
        <p:nvSpPr>
          <p:cNvPr id="25" name="Text 21"/>
          <p:cNvSpPr txBox="1"/>
          <p:nvPr/>
        </p:nvSpPr>
        <p:spPr>
          <a:xfrm>
            <a:off x="905256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concurrent viewers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4251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4,535</a:t>
            </a:r>
            <a:endParaRPr lang="en-US" sz="4000" dirty="0"/>
          </a:p>
        </p:txBody>
      </p:sp>
      <p:sp>
        <p:nvSpPr>
          <p:cNvPr id="27" name="Text 23"/>
          <p:cNvSpPr txBox="1"/>
          <p:nvPr/>
        </p:nvSpPr>
        <p:spPr>
          <a:xfrm>
            <a:off x="653796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streamed all-time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9052560" y="4251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AC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796</a:t>
            </a:r>
            <a:endParaRPr lang="en-US" sz="4000" dirty="0"/>
          </a:p>
        </p:txBody>
      </p:sp>
      <p:sp>
        <p:nvSpPr>
          <p:cNvPr id="29" name="Text 25"/>
          <p:cNvSpPr txBox="1"/>
          <p:nvPr/>
        </p:nvSpPr>
        <p:spPr>
          <a:xfrm>
            <a:off x="905256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stream days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TwitchMetrics (turnemsideways, trailing 30 days); TwitchTracker (anzidmtg, all-time). YouTube VOD and co-stream views for Riftbrawl Singapore to be added from YouTube Studio.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it. Ideally both.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path that fits the venue. Either way we produce and stream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Official showcase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RQ venue, on the event schedule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803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evening slot with a full commentary desk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8386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4381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table in the hall, produced like a top-cut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8736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0416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Wall tickets funded by organized play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9087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4645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Cross-promoted with the official broadcast and socials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94376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4440" y="5248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Saturday's co-stream audience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217920" y="178308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492240" y="2011680"/>
            <a:ext cx="566928" cy="566928"/>
          </a:xfrm>
          <a:prstGeom prst="ellipse">
            <a:avLst/>
          </a:prstGeom>
          <a:solidFill>
            <a:srgbClr val="0AC8B9"/>
          </a:solidFill>
          <a:ln w="12700">
            <a:solidFill>
              <a:srgbClr val="0AC8B9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303" y="2147743"/>
            <a:ext cx="294803" cy="294803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22376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Unofficial at locals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72237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game store near the venue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880360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0372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Thursday or Friday night at a local game store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483864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03720" y="34381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provides prize support (packs, boxes, promos)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087368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903720" y="40416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cameras, desk, overlays and the stream</a:t>
            </a:r>
            <a:endParaRPr lang="en-US" sz="12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4690872"/>
            <a:ext cx="237744" cy="23774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903720" y="4645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foot traffic and signups to the store</a:t>
            </a:r>
            <a:endParaRPr lang="en-US" sz="12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5294376"/>
            <a:ext cx="237744" cy="23774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903720" y="5248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schedule conflict with the main event</a:t>
            </a:r>
            <a:endParaRPr lang="en-US" sz="1250" dirty="0"/>
          </a:p>
        </p:txBody>
      </p:sp>
      <p:sp>
        <p:nvSpPr>
          <p:cNvPr id="34" name="Text 2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hotel, flight voucher and meals for the production crew make either option viable at any stop on the calendar.</a:t>
            </a:r>
            <a:endParaRPr lang="en-US" sz="1300" dirty="0"/>
          </a:p>
        </p:txBody>
      </p:sp>
      <p:sp>
        <p:nvSpPr>
          <p:cNvPr id="35" name="Text 21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specific, and mostly things the event already has on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B2E56"/>
          </a:solidFill>
          <a:ln w="12700">
            <a:solidFill>
              <a:srgbClr val="1B2E5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218468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Prize Wall tickets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Prizing for the winning team. Forty tickets is one Plated Legend at the wall, or split as packs across the podium.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57400"/>
            <a:ext cx="530352" cy="530352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284" y="21846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space on Thursday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table plus staging in the venue hall to set up, light and record. No stage, no AV from the venue.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57400"/>
            <a:ext cx="530352" cy="530352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044" y="218468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accommodations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for the production crew across the event nights.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69080"/>
            <a:ext cx="530352" cy="530352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24" y="419636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voucher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365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to the host city for the crew, so each stop is a yes.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69080"/>
            <a:ext cx="530352" cy="530352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284" y="419636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7365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meals on production days.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69080"/>
            <a:ext cx="530352" cy="530352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044" y="419636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0965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Friday slot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7365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evening window to run the showcase with commentary.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Wall rate reference: 40 tickets = one Plated Legend (metal card); 1 ticket = one booster, per Riftbound Regional Qualifier prize-wall listings.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weekend: how it runs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need table space Thursday and a Friday window. Nothing touches the main event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C8AA6E"/>
          </a:solidFill>
          <a:ln w="19050">
            <a:solidFill>
              <a:srgbClr val="C8A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17320" y="2377440"/>
            <a:ext cx="1920240" cy="0"/>
          </a:xfrm>
          <a:prstGeom prst="line">
            <a:avLst/>
          </a:prstGeom>
          <a:noFill/>
          <a:ln w="15875">
            <a:solidFill>
              <a:srgbClr val="0AC8B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306324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Load-in &amp; record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feature table in the hall, light it, record team intros and a format explainer. Badge pickup day, so the hall is quiet.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822960" cy="822960"/>
          </a:xfrm>
          <a:prstGeom prst="ellipse">
            <a:avLst/>
          </a:prstGeom>
          <a:solidFill>
            <a:srgbClr val="F0C96A"/>
          </a:solidFill>
          <a:ln w="19050">
            <a:solidFill>
              <a:srgbClr val="C8AA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2377440"/>
            <a:ext cx="1920240" cy="0"/>
          </a:xfrm>
          <a:prstGeom prst="line">
            <a:avLst/>
          </a:prstGeom>
          <a:noFill/>
          <a:ln w="15875">
            <a:solidFill>
              <a:srgbClr val="0AC8B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83280" y="306324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1188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Riftbrawl live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showcase with a two-person desk. Simulcast on turnemsideways and anzidmtg. Winning team takes the Prize Wall tickets.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822960" cy="822960"/>
          </a:xfrm>
          <a:prstGeom prst="ellipse">
            <a:avLst/>
          </a:prstGeom>
          <a:solidFill>
            <a:srgbClr val="1B2E56"/>
          </a:solidFill>
          <a:ln w="19050">
            <a:solidFill>
              <a:srgbClr val="0AC8B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86600" y="2377440"/>
            <a:ext cx="1920240" cy="0"/>
          </a:xfrm>
          <a:prstGeom prst="line">
            <a:avLst/>
          </a:prstGeom>
          <a:noFill/>
          <a:ln w="15875">
            <a:solidFill>
              <a:srgbClr val="0AC8B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217920" y="306324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Co-stream the RQ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co-stream Day 1. Riftbrawl replays run during breaks and feed the audience into the main event.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965960"/>
            <a:ext cx="822960" cy="822960"/>
          </a:xfrm>
          <a:prstGeom prst="ellipse">
            <a:avLst/>
          </a:prstGeom>
          <a:solidFill>
            <a:srgbClr val="1B2E56"/>
          </a:solidFill>
          <a:ln w="19050">
            <a:solidFill>
              <a:srgbClr val="0AC8B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306324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8116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cut &amp; VOD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Co-stream Top 8. Riftbrawl match VODs and a highlight reel go up on YouTube the same week.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bring: cameras, switcher, overlays, commentary desk and talent, stream infrastructure, and the invited teams.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6264A">
              <a:alpha val="60000"/>
            </a:srgbClr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stop, and what happens next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 on the calendar fit a Thursday setup and a Friday showcase.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21408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257471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Los Angeles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25–27, 2026 · Los Angeles Convention Center, West Hall 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Sept 24 setup · Friday Sept 25 showcase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538728"/>
            <a:ext cx="566928" cy="566928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367479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Regional Championship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11–13, 2026 · Convergence Fest, Las Vegas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C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64 qualified players in the building · Thursday Dec 10 setup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949440" y="1828800"/>
            <a:ext cx="4709160" cy="3977640"/>
          </a:xfrm>
          <a:prstGeom prst="roundRect">
            <a:avLst>
              <a:gd name="adj" fmla="val 275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22376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LOCK IT 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223760" y="2487168"/>
            <a:ext cx="365760" cy="36576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266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stop and the Friday window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223760" y="3127248"/>
            <a:ext cx="365760" cy="36576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22376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72668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40 Prize Wall tickets (or LGS prize support)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223760" y="3767328"/>
            <a:ext cx="365760" cy="36576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22376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72668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hotel, flight voucher and meals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223760" y="4407408"/>
            <a:ext cx="365760" cy="36576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22376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72668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Thursday table space in the hall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7223760" y="5047488"/>
            <a:ext cx="365760" cy="365760"/>
          </a:xfrm>
          <a:prstGeom prst="ellipse">
            <a:avLst/>
          </a:prstGeom>
          <a:solidFill>
            <a:srgbClr val="C8AA6E"/>
          </a:solidFill>
          <a:ln w="12700">
            <a:solidFill>
              <a:srgbClr val="C8AA6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22376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7266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invite the four teams and publish the schedule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Turn'em Sideways  ·  turnemsideways.gg  ·  twitch.tv/turnemsideways  ·  twitch.tv/anzidmtg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1247120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Riftbrawl Proposal</dc:title>
  <dc:subject>PptxGenJS Presentation</dc:subject>
  <dc:creator>Turn'em Sideways</dc:creator>
  <cp:lastModifiedBy>Turn'em Sideways</cp:lastModifiedBy>
  <cp:revision>1</cp:revision>
  <dcterms:created xsi:type="dcterms:W3CDTF">2026-09-08T06:27:18Z</dcterms:created>
  <dcterms:modified xsi:type="dcterms:W3CDTF">2026-09-08T06:27:18Z</dcterms:modified>
</cp:coreProperties>
</file>